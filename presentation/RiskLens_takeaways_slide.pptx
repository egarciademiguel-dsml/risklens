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Eight principles that come out of the RiskLens project — not isolated findings, but the coherent worldview the whole stack embodies. 1) Horizon matters — different models dominate at different horizons. 2) Complexity doesn't earn you anything automatically — MS-GARCH+EVT happens to win, but only because backtests confirmed it. 3) Calibration and capital efficiency can point in opposite directions — Baseline is cheaper economically; MS-GARCH+EVT is better-calibrated. 4) Regime-switching pays off when markets are stressed — that's where single-regime models break. 5) ML's value is as an auditor — XGBoost challenged the parametric tail and agreed with GARCH on the drivers. 6) Validation machinery (Kupiec/Christoffersen/Lopez) is where claims die or survive. 7) Deep-tail false confidence is the actual risk — not over-conservatism. 8) Ship an ensemble and surface disagreement, don't pick one 'right' model. Tagline: the goal is not to predict, but to be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E1526"/>
          </a:solidFill>
          <a:ln w="12700">
            <a:solidFill>
              <a:srgbClr val="0E15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8874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RiskLens · Investor Risk Assistant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8874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· TAKEAWAYS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66760" y="48874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320040"/>
            <a:ext cx="82296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517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RISKLENS TAUGHT 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Principles for Modeling Risk Under Uncertainty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502920" cy="274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34440"/>
            <a:ext cx="4160520" cy="804672"/>
          </a:xfrm>
          <a:prstGeom prst="rect">
            <a:avLst/>
          </a:prstGeom>
          <a:solidFill>
            <a:srgbClr val="111827"/>
          </a:solidFill>
          <a:ln w="7620">
            <a:solidFill>
              <a:srgbClr val="2A34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34440"/>
            <a:ext cx="54864" cy="8046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075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1737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143000" y="1344168"/>
            <a:ext cx="7315" cy="585216"/>
          </a:xfrm>
          <a:prstGeom prst="rect">
            <a:avLst/>
          </a:prstGeom>
          <a:solidFill>
            <a:srgbClr val="2A344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307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horizons are volatility-dominated. Long horizons are tail-dominated.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234440" y="1673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model for the horizon you're pricing — they are not the same problem.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4160520" cy="804672"/>
          </a:xfrm>
          <a:prstGeom prst="rect">
            <a:avLst/>
          </a:prstGeom>
          <a:solidFill>
            <a:srgbClr val="111827"/>
          </a:solidFill>
          <a:ln w="7620">
            <a:solidFill>
              <a:srgbClr val="2A34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234440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075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1737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0" y="1344168"/>
            <a:ext cx="7315" cy="585216"/>
          </a:xfrm>
          <a:prstGeom prst="rect">
            <a:avLst/>
          </a:prstGeom>
          <a:solidFill>
            <a:srgbClr val="2A344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307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≠ better. Advanced models must earn credibility.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77840" y="1673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Sophistication without backtesting is theatre. The bar is out-of-sample performance.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30552"/>
            <a:ext cx="4160520" cy="804672"/>
          </a:xfrm>
          <a:prstGeom prst="rect">
            <a:avLst/>
          </a:prstGeom>
          <a:solidFill>
            <a:srgbClr val="111827"/>
          </a:solidFill>
          <a:ln w="7620">
            <a:solidFill>
              <a:srgbClr val="2A34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130552"/>
            <a:ext cx="54864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2037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11480" y="26334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43000" y="2240280"/>
            <a:ext cx="7315" cy="585216"/>
          </a:xfrm>
          <a:prstGeom prst="rect">
            <a:avLst/>
          </a:prstGeom>
          <a:solidFill>
            <a:srgbClr val="2A344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22037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capital efficiency are different objectives.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34440" y="25694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breaches can reflect conservatism, not modeling skill. Measure both; don't conflate them.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130552"/>
            <a:ext cx="4160520" cy="804672"/>
          </a:xfrm>
          <a:prstGeom prst="rect">
            <a:avLst/>
          </a:prstGeom>
          <a:solidFill>
            <a:srgbClr val="111827"/>
          </a:solidFill>
          <a:ln w="7620">
            <a:solidFill>
              <a:srgbClr val="2A34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130552"/>
            <a:ext cx="54864" cy="8046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2037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54880" y="26334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486400" y="2240280"/>
            <a:ext cx="7315" cy="585216"/>
          </a:xfrm>
          <a:prstGeom prst="rect">
            <a:avLst/>
          </a:prstGeom>
          <a:solidFill>
            <a:srgbClr val="2A344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22037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Regime-aware models improve realism under stress.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25694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clustering is not noise — it's signal. Markov-switching captures what single-regime models hide.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026664"/>
            <a:ext cx="4160520" cy="804672"/>
          </a:xfrm>
          <a:prstGeom prst="rect">
            <a:avLst/>
          </a:prstGeom>
          <a:solidFill>
            <a:srgbClr val="111827"/>
          </a:solidFill>
          <a:ln w="7620">
            <a:solidFill>
              <a:srgbClr val="2A344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026664"/>
            <a:ext cx="54864" cy="80467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0998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11480" y="35295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ROLE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143000" y="3136392"/>
            <a:ext cx="7315" cy="585216"/>
          </a:xfrm>
          <a:prstGeom prst="rect">
            <a:avLst/>
          </a:prstGeom>
          <a:solidFill>
            <a:srgbClr val="2A344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4440" y="30998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a challenger, not a replacement.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234440" y="34655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XGBoost to audit parametric assumptions, not to displace them. Validate, don't substitute.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026664"/>
            <a:ext cx="4160520" cy="804672"/>
          </a:xfrm>
          <a:prstGeom prst="rect">
            <a:avLst/>
          </a:prstGeom>
          <a:solidFill>
            <a:srgbClr val="111827"/>
          </a:solidFill>
          <a:ln w="7620">
            <a:solidFill>
              <a:srgbClr val="2A34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026664"/>
            <a:ext cx="54864" cy="80467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0998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754880" y="35295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486400" y="3136392"/>
            <a:ext cx="7315" cy="585216"/>
          </a:xfrm>
          <a:prstGeom prst="rect">
            <a:avLst/>
          </a:prstGeom>
          <a:solidFill>
            <a:srgbClr val="2A344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30998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central: Kupiec, Christoffersen, Lopez, rolling backtests.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577840" y="34655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suite reveals hidden weaknesses — conditional coverage, clustering, magnitude, capital cost.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3922776"/>
            <a:ext cx="4160520" cy="804672"/>
          </a:xfrm>
          <a:prstGeom prst="rect">
            <a:avLst/>
          </a:prstGeom>
          <a:solidFill>
            <a:srgbClr val="111827"/>
          </a:solidFill>
          <a:ln w="7620">
            <a:solidFill>
              <a:srgbClr val="2A34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3922776"/>
            <a:ext cx="54864" cy="8046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9959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11480" y="44256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CONF.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143000" y="4032504"/>
            <a:ext cx="7315" cy="585216"/>
          </a:xfrm>
          <a:prstGeom prst="rect">
            <a:avLst/>
          </a:prstGeom>
          <a:solidFill>
            <a:srgbClr val="2A344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34440" y="3995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Underestimating tails is more dangerous than moderate conservatism.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234440" y="43616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confidence compounds. A wrong 99% VaR is a time bomb; a conservative one costs capital.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63440" y="3922776"/>
            <a:ext cx="4160520" cy="804672"/>
          </a:xfrm>
          <a:prstGeom prst="rect">
            <a:avLst/>
          </a:prstGeom>
          <a:solidFill>
            <a:srgbClr val="111827"/>
          </a:solidFill>
          <a:ln w="7620">
            <a:solidFill>
              <a:srgbClr val="2A344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3922776"/>
            <a:ext cx="54864" cy="8046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39959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4754880" y="44256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486400" y="4032504"/>
            <a:ext cx="7315" cy="585216"/>
          </a:xfrm>
          <a:prstGeom prst="rect">
            <a:avLst/>
          </a:prstGeom>
          <a:solidFill>
            <a:srgbClr val="2A344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0" y="3995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is model comparison — not model worship.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5577840" y="43616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is right. The real product is the ensemble view and the disagreements it surfaces.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20040" y="477316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RISKLENS · 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risk under uncertainty — </a:t>
            </a:r>
            <a:pPr indent="0" marL="0">
              <a:buNone/>
            </a:pPr>
            <a:r>
              <a:rPr lang="en-US" sz="1000" b="1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predict, but to be ready.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RiskLens — Eight Takeaways</dc:title>
  <dc:subject>PptxGenJS Presentation</dc:subject>
  <dc:creator>Enrique García</dc:creator>
  <cp:lastModifiedBy>Enrique García</cp:lastModifiedBy>
  <cp:revision>1</cp:revision>
  <dcterms:created xsi:type="dcterms:W3CDTF">2026-04-16T23:36:21Z</dcterms:created>
  <dcterms:modified xsi:type="dcterms:W3CDTF">2026-04-16T23:36:21Z</dcterms:modified>
</cp:coreProperties>
</file>